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8"/>
  </p:notesMasterIdLst>
  <p:sldIdLst>
    <p:sldId id="555" r:id="rId5"/>
    <p:sldId id="259" r:id="rId6"/>
    <p:sldId id="55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72116-6CE7-A2C8-5DFD-834AEF4C3AAB}" v="2" dt="2026-03-24T14:19:34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Cvetanovich" userId="87820d4fdd4d26b6" providerId="Windows Live" clId="Web-{4E772116-6CE7-A2C8-5DFD-834AEF4C3AAB}"/>
    <pc:docChg chg="modSld">
      <pc:chgData name="Michael Cvetanovich" userId="87820d4fdd4d26b6" providerId="Windows Live" clId="Web-{4E772116-6CE7-A2C8-5DFD-834AEF4C3AAB}" dt="2026-03-24T14:19:34.778" v="1" actId="20577"/>
      <pc:docMkLst>
        <pc:docMk/>
      </pc:docMkLst>
      <pc:sldChg chg="modSp">
        <pc:chgData name="Michael Cvetanovich" userId="87820d4fdd4d26b6" providerId="Windows Live" clId="Web-{4E772116-6CE7-A2C8-5DFD-834AEF4C3AAB}" dt="2026-03-24T14:19:34.778" v="1" actId="20577"/>
        <pc:sldMkLst>
          <pc:docMk/>
          <pc:sldMk cId="0" sldId="259"/>
        </pc:sldMkLst>
        <pc:spChg chg="mod">
          <ac:chgData name="Michael Cvetanovich" userId="87820d4fdd4d26b6" providerId="Windows Live" clId="Web-{4E772116-6CE7-A2C8-5DFD-834AEF4C3AAB}" dt="2026-03-24T14:19:34.778" v="1" actId="20577"/>
          <ac:spMkLst>
            <pc:docMk/>
            <pc:sldMk cId="0" sldId="259"/>
            <ac:spMk id="7" creationId="{6DB098E1-9FE3-6C78-A0C9-8FB8CC13A3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62D8A-55DD-4DF2-B54A-E472FB57E88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2FF40-B372-4DB1-A109-E8254FCC5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0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9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1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6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4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2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4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9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5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2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0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1307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04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23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93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30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48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width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19E7AAB-5653-4B28-852B-04AC15976B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9" r="281" b="3632"/>
          <a:stretch/>
        </p:blipFill>
        <p:spPr>
          <a:xfrm>
            <a:off x="1" y="6547733"/>
            <a:ext cx="12192000" cy="313388"/>
          </a:xfrm>
          <a:prstGeom prst="rect">
            <a:avLst/>
          </a:prstGeom>
          <a:ln>
            <a:noFill/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224684" cy="469265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28361-9672-43DE-82A7-CC55EF5D9DAD}"/>
              </a:ext>
            </a:extLst>
          </p:cNvPr>
          <p:cNvSpPr/>
          <p:nvPr userDrawn="1"/>
        </p:nvSpPr>
        <p:spPr>
          <a:xfrm>
            <a:off x="11857530" y="6583311"/>
            <a:ext cx="30970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A6212EBD-4F71-4EF0-A74A-A73B5D555A0D}" type="slidenum">
              <a:rPr lang="en-US" sz="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86834" y="361694"/>
            <a:ext cx="8242301" cy="672594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003366"/>
                </a:solidFill>
                <a:latin typeface="Franklin Gothic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19817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117AE07-B33C-4E06-87AD-3A47005E0C1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05D822A-98B2-4B1A-BA4C-33910FB94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47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B357-67DA-97C1-27F9-2A45BC024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161827" cy="25853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204579F-8661-B76A-BB83-B9CC82997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218570"/>
            <a:ext cx="11513100" cy="672594"/>
          </a:xfrm>
        </p:spPr>
        <p:txBody>
          <a:bodyPr>
            <a:normAutofit/>
          </a:bodyPr>
          <a:lstStyle/>
          <a:p>
            <a:pPr algn="ctr"/>
            <a:r>
              <a:rPr lang="en-US" sz="3200" kern="1200" dirty="0">
                <a:solidFill>
                  <a:srgbClr val="FFFFFF"/>
                </a:solidFill>
                <a:latin typeface="Aptos" panose="020B0004020202020204" pitchFamily="34" charset="0"/>
              </a:rPr>
              <a:t>How To Disable Microsoft PowerApps Coauthoring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71562" y="4870824"/>
            <a:ext cx="12120438" cy="631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By CRMaaS Power Platform Admin Team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Dec 2025</a:t>
            </a:r>
          </a:p>
        </p:txBody>
      </p:sp>
    </p:spTree>
    <p:extLst>
      <p:ext uri="{BB962C8B-B14F-4D97-AF65-F5344CB8AC3E}">
        <p14:creationId xmlns:p14="http://schemas.microsoft.com/office/powerpoint/2010/main" val="262163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B357-67DA-97C1-27F9-2A45BC024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513100" cy="48992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B098E1-9FE3-6C78-A0C9-8FB8CC13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046" y="202668"/>
            <a:ext cx="10384675" cy="672594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tx1"/>
                </a:solidFill>
                <a:cs typeface="Arial"/>
              </a:rPr>
              <a:t>If a user sees the error message below, coauthoring must be disabled. </a:t>
            </a:r>
          </a:p>
        </p:txBody>
      </p:sp>
      <p:pic>
        <p:nvPicPr>
          <p:cNvPr id="9" name="Picture 8" descr="Graphical user interface, application">
            <a:extLst>
              <a:ext uri="{FF2B5EF4-FFF2-40B4-BE49-F238E27FC236}">
                <a16:creationId xmlns:a16="http://schemas.microsoft.com/office/drawing/2014/main" id="{167D30B9-8A86-FBA9-D835-8CE60A900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875" y="1034288"/>
            <a:ext cx="9551018" cy="5133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B357-67DA-97C1-27F9-2A45BC024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834" y="1597025"/>
            <a:ext cx="11513100" cy="47878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B098E1-9FE3-6C78-A0C9-8FB8CC13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477" y="319056"/>
            <a:ext cx="8242301" cy="67259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Disable Coauthoring in PowerApps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44259F-85EA-FC50-608D-9B6E5021A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853" y="2741705"/>
            <a:ext cx="3034019" cy="3101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B67A78-2C3F-9B43-A059-5529DEC17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66" y="2176297"/>
            <a:ext cx="3034019" cy="2219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2A1DD5-EA9D-88E6-C571-EC3B98370DBF}"/>
              </a:ext>
            </a:extLst>
          </p:cNvPr>
          <p:cNvSpPr txBox="1"/>
          <p:nvPr/>
        </p:nvSpPr>
        <p:spPr>
          <a:xfrm>
            <a:off x="7264439" y="3101371"/>
            <a:ext cx="371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&amp;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disableCanvasCoauthoring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5D0BC0-8261-59D3-8783-3BB1D2960688}"/>
              </a:ext>
            </a:extLst>
          </p:cNvPr>
          <p:cNvSpPr txBox="1"/>
          <p:nvPr/>
        </p:nvSpPr>
        <p:spPr>
          <a:xfrm>
            <a:off x="3306297" y="840019"/>
            <a:ext cx="5112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Follow the screenshots to get the “edit app” link.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4E77E-587B-D3D8-6B13-C7A4ABC69262}"/>
              </a:ext>
            </a:extLst>
          </p:cNvPr>
          <p:cNvSpPr txBox="1"/>
          <p:nvPr/>
        </p:nvSpPr>
        <p:spPr>
          <a:xfrm>
            <a:off x="486834" y="1379324"/>
            <a:ext cx="264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PowerApps settings, click Share.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244797-6066-4C39-2FB2-2A32DE1F99E9}"/>
              </a:ext>
            </a:extLst>
          </p:cNvPr>
          <p:cNvSpPr txBox="1"/>
          <p:nvPr/>
        </p:nvSpPr>
        <p:spPr>
          <a:xfrm>
            <a:off x="3644041" y="2263523"/>
            <a:ext cx="264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Copy link to edit app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D59CE-FE8E-EA84-D45C-A4C5521ACFDA}"/>
              </a:ext>
            </a:extLst>
          </p:cNvPr>
          <p:cNvSpPr txBox="1"/>
          <p:nvPr/>
        </p:nvSpPr>
        <p:spPr>
          <a:xfrm>
            <a:off x="7642927" y="2263523"/>
            <a:ext cx="325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the text command below to the end of the link as shown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DB85E7-DF1A-F9AB-9C0A-CBECC88B0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834" y="3634753"/>
            <a:ext cx="5245100" cy="882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926770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C132C1D368434182B6B190772E987A" ma:contentTypeVersion="6" ma:contentTypeDescription="Create a new document." ma:contentTypeScope="" ma:versionID="3b8a43f10f46b24c26f7b20b8307d180">
  <xsd:schema xmlns:xsd="http://www.w3.org/2001/XMLSchema" xmlns:xs="http://www.w3.org/2001/XMLSchema" xmlns:p="http://schemas.microsoft.com/office/2006/metadata/properties" xmlns:ns2="97549848-4418-48f6-8aa1-899eb6c0f74b" xmlns:ns3="704528a6-3ff7-4104-ab0a-69165f794937" targetNamespace="http://schemas.microsoft.com/office/2006/metadata/properties" ma:root="true" ma:fieldsID="889d43abe5bb693200b90ceff25a55d9" ns2:_="" ns3:_="">
    <xsd:import namespace="97549848-4418-48f6-8aa1-899eb6c0f74b"/>
    <xsd:import namespace="704528a6-3ff7-4104-ab0a-69165f7949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49848-4418-48f6-8aa1-899eb6c0f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4528a6-3ff7-4104-ab0a-69165f79493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A449A8-03E1-4645-B83D-E153AE4BBCA3}">
  <ds:schemaRefs>
    <ds:schemaRef ds:uri="http://purl.org/dc/dcmitype/"/>
    <ds:schemaRef ds:uri="http://schemas.microsoft.com/office/2006/documentManagement/types"/>
    <ds:schemaRef ds:uri="http://purl.org/dc/elements/1.1/"/>
    <ds:schemaRef ds:uri="0b520f05-26e7-4ef0-9810-826b26f84971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5681df5-d2fb-47a1-806d-682c0be814d4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9328D59-2A85-40B8-9DE1-7BAD3DE37F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534B05-F8AC-4116-A1D0-31564DC888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549848-4418-48f6-8aa1-899eb6c0f74b"/>
    <ds:schemaRef ds:uri="704528a6-3ff7-4104-ab0a-69165f794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13016</TotalTime>
  <Words>77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Depth</vt:lpstr>
      <vt:lpstr>How To Disable Microsoft PowerApps Coauthoring</vt:lpstr>
      <vt:lpstr>If a user sees the error message below, coauthoring must be disabled. </vt:lpstr>
      <vt:lpstr>Disable Coauthoring in PowerApps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ISB ICAM  ALM Transition Meeting</dc:title>
  <dc:creator>DENNY, KEITH (CTR)</dc:creator>
  <cp:lastModifiedBy>Cvetanovich, Michael (CTR)</cp:lastModifiedBy>
  <cp:revision>7</cp:revision>
  <dcterms:created xsi:type="dcterms:W3CDTF">2024-08-12T16:59:16Z</dcterms:created>
  <dcterms:modified xsi:type="dcterms:W3CDTF">2026-03-24T14:19:46Z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2eef23d-2e95-4428-9a3c-2526d95b164a_Enabled">
    <vt:lpwstr>true</vt:lpwstr>
  </property>
  <property fmtid="{D5CDD505-2E9C-101B-9397-08002B2CF9AE}" pid="3" name="MSIP_Label_a2eef23d-2e95-4428-9a3c-2526d95b164a_SetDate">
    <vt:lpwstr>2024-08-12T17:02:47Z</vt:lpwstr>
  </property>
  <property fmtid="{D5CDD505-2E9C-101B-9397-08002B2CF9AE}" pid="4" name="MSIP_Label_a2eef23d-2e95-4428-9a3c-2526d95b164a_Method">
    <vt:lpwstr>Standard</vt:lpwstr>
  </property>
  <property fmtid="{D5CDD505-2E9C-101B-9397-08002B2CF9AE}" pid="5" name="MSIP_Label_a2eef23d-2e95-4428-9a3c-2526d95b164a_Name">
    <vt:lpwstr>For Official Use Only (FOUO)</vt:lpwstr>
  </property>
  <property fmtid="{D5CDD505-2E9C-101B-9397-08002B2CF9AE}" pid="6" name="MSIP_Label_a2eef23d-2e95-4428-9a3c-2526d95b164a_SiteId">
    <vt:lpwstr>3ccde76c-946d-4a12-bb7a-fc9d0842354a</vt:lpwstr>
  </property>
  <property fmtid="{D5CDD505-2E9C-101B-9397-08002B2CF9AE}" pid="7" name="MSIP_Label_a2eef23d-2e95-4428-9a3c-2526d95b164a_ActionId">
    <vt:lpwstr>6c761638-865f-408e-b2b2-0871ee486635</vt:lpwstr>
  </property>
  <property fmtid="{D5CDD505-2E9C-101B-9397-08002B2CF9AE}" pid="8" name="MSIP_Label_a2eef23d-2e95-4428-9a3c-2526d95b164a_ContentBits">
    <vt:lpwstr>0</vt:lpwstr>
  </property>
  <property fmtid="{D5CDD505-2E9C-101B-9397-08002B2CF9AE}" pid="9" name="ContentTypeId">
    <vt:lpwstr>0x010100B6C132C1D368434182B6B190772E987A</vt:lpwstr>
  </property>
</Properties>
</file>