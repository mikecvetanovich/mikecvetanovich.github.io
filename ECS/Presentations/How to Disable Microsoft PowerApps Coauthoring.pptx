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8"/>
  </p:notesMasterIdLst>
  <p:sldIdLst>
    <p:sldId id="555" r:id="rId5"/>
    <p:sldId id="259" r:id="rId6"/>
    <p:sldId id="55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B4FA3-33F2-4CF3-B2BB-81EDD38411F1}" v="86" dt="2025-12-18T19:29:32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vetanovich, Michael (CTR)" userId="55e977c5-35ea-4830-9a6d-730c487f8212" providerId="ADAL" clId="{571B4FA3-33F2-4CF3-B2BB-81EDD38411F1}"/>
    <pc:docChg chg="undo custSel addSld delSld modSld sldOrd">
      <pc:chgData name="Cvetanovich, Michael (CTR)" userId="55e977c5-35ea-4830-9a6d-730c487f8212" providerId="ADAL" clId="{571B4FA3-33F2-4CF3-B2BB-81EDD38411F1}" dt="2025-12-18T19:30:10.114" v="714" actId="47"/>
      <pc:docMkLst>
        <pc:docMk/>
      </pc:docMkLst>
      <pc:sldChg chg="addSp delSp modSp mod setBg">
        <pc:chgData name="Cvetanovich, Michael (CTR)" userId="55e977c5-35ea-4830-9a6d-730c487f8212" providerId="ADAL" clId="{571B4FA3-33F2-4CF3-B2BB-81EDD38411F1}" dt="2025-12-18T19:27:03.182" v="678" actId="1076"/>
        <pc:sldMkLst>
          <pc:docMk/>
          <pc:sldMk cId="0" sldId="259"/>
        </pc:sldMkLst>
        <pc:spChg chg="del">
          <ac:chgData name="Cvetanovich, Michael (CTR)" userId="55e977c5-35ea-4830-9a6d-730c487f8212" providerId="ADAL" clId="{571B4FA3-33F2-4CF3-B2BB-81EDD38411F1}" dt="2025-12-18T18:45:39.774" v="76" actId="478"/>
          <ac:spMkLst>
            <pc:docMk/>
            <pc:sldMk cId="0" sldId="259"/>
            <ac:spMk id="2" creationId="{F33244D8-7329-D231-2820-D47B1C43961F}"/>
          </ac:spMkLst>
        </pc:spChg>
        <pc:spChg chg="add del mod ord">
          <ac:chgData name="Cvetanovich, Michael (CTR)" userId="55e977c5-35ea-4830-9a6d-730c487f8212" providerId="ADAL" clId="{571B4FA3-33F2-4CF3-B2BB-81EDD38411F1}" dt="2025-12-18T18:47:45.291" v="98" actId="26606"/>
          <ac:spMkLst>
            <pc:docMk/>
            <pc:sldMk cId="0" sldId="259"/>
            <ac:spMk id="3" creationId="{664FB357-67DA-97C1-27F9-2A45BC024A60}"/>
          </ac:spMkLst>
        </pc:spChg>
        <pc:spChg chg="del mod">
          <ac:chgData name="Cvetanovich, Michael (CTR)" userId="55e977c5-35ea-4830-9a6d-730c487f8212" providerId="ADAL" clId="{571B4FA3-33F2-4CF3-B2BB-81EDD38411F1}" dt="2025-12-18T18:45:49.705" v="80" actId="478"/>
          <ac:spMkLst>
            <pc:docMk/>
            <pc:sldMk cId="0" sldId="259"/>
            <ac:spMk id="5" creationId="{EAE11603-4709-0B18-6A1F-9C103D937C18}"/>
          </ac:spMkLst>
        </pc:spChg>
        <pc:spChg chg="del mod">
          <ac:chgData name="Cvetanovich, Michael (CTR)" userId="55e977c5-35ea-4830-9a6d-730c487f8212" providerId="ADAL" clId="{571B4FA3-33F2-4CF3-B2BB-81EDD38411F1}" dt="2025-12-18T18:45:49.706" v="82"/>
          <ac:spMkLst>
            <pc:docMk/>
            <pc:sldMk cId="0" sldId="259"/>
            <ac:spMk id="6" creationId="{DEFEC70E-9276-3CF2-CADD-4B9D7D933E5E}"/>
          </ac:spMkLst>
        </pc:spChg>
        <pc:spChg chg="add del mod">
          <ac:chgData name="Cvetanovich, Michael (CTR)" userId="55e977c5-35ea-4830-9a6d-730c487f8212" providerId="ADAL" clId="{571B4FA3-33F2-4CF3-B2BB-81EDD38411F1}" dt="2025-12-18T19:27:03.182" v="678" actId="1076"/>
          <ac:spMkLst>
            <pc:docMk/>
            <pc:sldMk cId="0" sldId="259"/>
            <ac:spMk id="7" creationId="{6DB098E1-9FE3-6C78-A0C9-8FB8CC13A3DF}"/>
          </ac:spMkLst>
        </pc:spChg>
        <pc:spChg chg="add del">
          <ac:chgData name="Cvetanovich, Michael (CTR)" userId="55e977c5-35ea-4830-9a6d-730c487f8212" providerId="ADAL" clId="{571B4FA3-33F2-4CF3-B2BB-81EDD38411F1}" dt="2025-12-18T18:47:45.291" v="98" actId="26606"/>
          <ac:spMkLst>
            <pc:docMk/>
            <pc:sldMk cId="0" sldId="259"/>
            <ac:spMk id="14" creationId="{2B97F24A-32CE-4C1C-A50D-3016B394DCFB}"/>
          </ac:spMkLst>
        </pc:spChg>
        <pc:spChg chg="add del">
          <ac:chgData name="Cvetanovich, Michael (CTR)" userId="55e977c5-35ea-4830-9a6d-730c487f8212" providerId="ADAL" clId="{571B4FA3-33F2-4CF3-B2BB-81EDD38411F1}" dt="2025-12-18T18:47:45.291" v="98" actId="26606"/>
          <ac:spMkLst>
            <pc:docMk/>
            <pc:sldMk cId="0" sldId="259"/>
            <ac:spMk id="16" creationId="{CD8B4F24-440B-49E9-B85D-733523DC064B}"/>
          </ac:spMkLst>
        </pc:spChg>
        <pc:picChg chg="add mod">
          <ac:chgData name="Cvetanovich, Michael (CTR)" userId="55e977c5-35ea-4830-9a6d-730c487f8212" providerId="ADAL" clId="{571B4FA3-33F2-4CF3-B2BB-81EDD38411F1}" dt="2025-12-18T19:26:56.355" v="677" actId="1076"/>
          <ac:picMkLst>
            <pc:docMk/>
            <pc:sldMk cId="0" sldId="259"/>
            <ac:picMk id="9" creationId="{167D30B9-8A86-FBA9-D835-8CE60A900162}"/>
          </ac:picMkLst>
        </pc:picChg>
        <pc:picChg chg="add mod">
          <ac:chgData name="Cvetanovich, Michael (CTR)" userId="55e977c5-35ea-4830-9a6d-730c487f8212" providerId="ADAL" clId="{571B4FA3-33F2-4CF3-B2BB-81EDD38411F1}" dt="2025-12-18T18:50:30.819" v="156"/>
          <ac:picMkLst>
            <pc:docMk/>
            <pc:sldMk cId="0" sldId="259"/>
            <ac:picMk id="10" creationId="{39FCA79C-0A1F-F85A-B43F-F98C3EE4A3C9}"/>
          </ac:picMkLst>
        </pc:picChg>
      </pc:sldChg>
      <pc:sldChg chg="addSp delSp modSp del mod delAnim delDesignElem">
        <pc:chgData name="Cvetanovich, Michael (CTR)" userId="55e977c5-35ea-4830-9a6d-730c487f8212" providerId="ADAL" clId="{571B4FA3-33F2-4CF3-B2BB-81EDD38411F1}" dt="2025-12-18T19:30:10.114" v="714" actId="47"/>
        <pc:sldMkLst>
          <pc:docMk/>
          <pc:sldMk cId="1433712781" sldId="553"/>
        </pc:sldMkLst>
        <pc:spChg chg="mod">
          <ac:chgData name="Cvetanovich, Michael (CTR)" userId="55e977c5-35ea-4830-9a6d-730c487f8212" providerId="ADAL" clId="{571B4FA3-33F2-4CF3-B2BB-81EDD38411F1}" dt="2025-12-18T19:26:24.078" v="674" actId="14100"/>
          <ac:spMkLst>
            <pc:docMk/>
            <pc:sldMk cId="1433712781" sldId="553"/>
            <ac:spMk id="2" creationId="{00000000-0000-0000-0000-000000000000}"/>
          </ac:spMkLst>
        </pc:spChg>
        <pc:spChg chg="del mod">
          <ac:chgData name="Cvetanovich, Michael (CTR)" userId="55e977c5-35ea-4830-9a6d-730c487f8212" providerId="ADAL" clId="{571B4FA3-33F2-4CF3-B2BB-81EDD38411F1}" dt="2025-12-18T19:29:12.424" v="704" actId="21"/>
          <ac:spMkLst>
            <pc:docMk/>
            <pc:sldMk cId="1433712781" sldId="553"/>
            <ac:spMk id="3" creationId="{00000000-0000-0000-0000-000000000000}"/>
          </ac:spMkLst>
        </pc:spChg>
        <pc:spChg chg="del mod">
          <ac:chgData name="Cvetanovich, Michael (CTR)" userId="55e977c5-35ea-4830-9a6d-730c487f8212" providerId="ADAL" clId="{571B4FA3-33F2-4CF3-B2BB-81EDD38411F1}" dt="2025-12-18T19:25:52.266" v="667" actId="478"/>
          <ac:spMkLst>
            <pc:docMk/>
            <pc:sldMk cId="1433712781" sldId="553"/>
            <ac:spMk id="4" creationId="{AC2AF5B3-DFB3-8EE6-1187-B8CF59321DF8}"/>
          </ac:spMkLst>
        </pc:spChg>
        <pc:spChg chg="add mod">
          <ac:chgData name="Cvetanovich, Michael (CTR)" userId="55e977c5-35ea-4830-9a6d-730c487f8212" providerId="ADAL" clId="{571B4FA3-33F2-4CF3-B2BB-81EDD38411F1}" dt="2025-12-18T19:29:12.424" v="704" actId="21"/>
          <ac:spMkLst>
            <pc:docMk/>
            <pc:sldMk cId="1433712781" sldId="553"/>
            <ac:spMk id="6" creationId="{574CDD04-D9E8-FA67-C197-D893775151FF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30" creationId="{AFF4A713-7B75-4B21-90D7-5AB19547C728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75" creationId="{6F5A5072-7B47-4D32-B52A-4EBBF590B8A5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76" creationId="{9715DAF0-AE1B-46C9-8A6B-DB2AA05AB91D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77" creationId="{6016219D-510E-4184-9090-6D5578A87BD1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78" creationId="{DC631C0B-6DA6-4E57-8231-CE32B3434A7E}"/>
          </ac:spMkLst>
        </pc:spChg>
        <pc:spChg chg="del">
          <ac:chgData name="Cvetanovich, Michael (CTR)" userId="55e977c5-35ea-4830-9a6d-730c487f8212" providerId="ADAL" clId="{571B4FA3-33F2-4CF3-B2BB-81EDD38411F1}" dt="2025-12-18T19:22:16.953" v="659"/>
          <ac:spMkLst>
            <pc:docMk/>
            <pc:sldMk cId="1433712781" sldId="553"/>
            <ac:spMk id="79" creationId="{C29501E6-A978-4A61-9689-9085AF97A53A}"/>
          </ac:spMkLst>
        </pc:spChg>
      </pc:sldChg>
      <pc:sldChg chg="addSp delSp modSp add mod">
        <pc:chgData name="Cvetanovich, Michael (CTR)" userId="55e977c5-35ea-4830-9a6d-730c487f8212" providerId="ADAL" clId="{571B4FA3-33F2-4CF3-B2BB-81EDD38411F1}" dt="2025-12-18T19:22:29.816" v="660" actId="207"/>
        <pc:sldMkLst>
          <pc:docMk/>
          <pc:sldMk cId="1409267703" sldId="554"/>
        </pc:sldMkLst>
        <pc:spChg chg="add del mod">
          <ac:chgData name="Cvetanovich, Michael (CTR)" userId="55e977c5-35ea-4830-9a6d-730c487f8212" providerId="ADAL" clId="{571B4FA3-33F2-4CF3-B2BB-81EDD38411F1}" dt="2025-12-18T19:02:36.806" v="622" actId="14100"/>
          <ac:spMkLst>
            <pc:docMk/>
            <pc:sldMk cId="1409267703" sldId="554"/>
            <ac:spMk id="3" creationId="{664FB357-67DA-97C1-27F9-2A45BC024A60}"/>
          </ac:spMkLst>
        </pc:spChg>
        <pc:spChg chg="mod">
          <ac:chgData name="Cvetanovich, Michael (CTR)" userId="55e977c5-35ea-4830-9a6d-730c487f8212" providerId="ADAL" clId="{571B4FA3-33F2-4CF3-B2BB-81EDD38411F1}" dt="2025-12-18T19:22:29.816" v="660" actId="207"/>
          <ac:spMkLst>
            <pc:docMk/>
            <pc:sldMk cId="1409267703" sldId="554"/>
            <ac:spMk id="7" creationId="{6DB098E1-9FE3-6C78-A0C9-8FB8CC13A3DF}"/>
          </ac:spMkLst>
        </pc:spChg>
        <pc:spChg chg="add mod">
          <ac:chgData name="Cvetanovich, Michael (CTR)" userId="55e977c5-35ea-4830-9a6d-730c487f8212" providerId="ADAL" clId="{571B4FA3-33F2-4CF3-B2BB-81EDD38411F1}" dt="2025-12-18T19:03:52.144" v="626" actId="20577"/>
          <ac:spMkLst>
            <pc:docMk/>
            <pc:sldMk cId="1409267703" sldId="554"/>
            <ac:spMk id="8" creationId="{9C2A1DD5-EA9D-88E6-C571-EC3B98370DBF}"/>
          </ac:spMkLst>
        </pc:spChg>
        <pc:spChg chg="add mod">
          <ac:chgData name="Cvetanovich, Michael (CTR)" userId="55e977c5-35ea-4830-9a6d-730c487f8212" providerId="ADAL" clId="{571B4FA3-33F2-4CF3-B2BB-81EDD38411F1}" dt="2025-12-18T18:56:48.310" v="384" actId="1076"/>
          <ac:spMkLst>
            <pc:docMk/>
            <pc:sldMk cId="1409267703" sldId="554"/>
            <ac:spMk id="11" creationId="{0B5D0BC0-8261-59D3-8783-3BB1D2960688}"/>
          </ac:spMkLst>
        </pc:spChg>
        <pc:spChg chg="add del mod">
          <ac:chgData name="Cvetanovich, Michael (CTR)" userId="55e977c5-35ea-4830-9a6d-730c487f8212" providerId="ADAL" clId="{571B4FA3-33F2-4CF3-B2BB-81EDD38411F1}" dt="2025-12-18T18:56:58.290" v="387" actId="478"/>
          <ac:spMkLst>
            <pc:docMk/>
            <pc:sldMk cId="1409267703" sldId="554"/>
            <ac:spMk id="13" creationId="{32FCF0D1-1E61-EF3A-07B1-2A3788A6BC1A}"/>
          </ac:spMkLst>
        </pc:spChg>
        <pc:spChg chg="add mod">
          <ac:chgData name="Cvetanovich, Michael (CTR)" userId="55e977c5-35ea-4830-9a6d-730c487f8212" providerId="ADAL" clId="{571B4FA3-33F2-4CF3-B2BB-81EDD38411F1}" dt="2025-12-18T18:59:53.034" v="509"/>
          <ac:spMkLst>
            <pc:docMk/>
            <pc:sldMk cId="1409267703" sldId="554"/>
            <ac:spMk id="14" creationId="{DA54E77E-587B-D3D8-6B13-C7A4ABC69262}"/>
          </ac:spMkLst>
        </pc:spChg>
        <pc:spChg chg="add mod">
          <ac:chgData name="Cvetanovich, Michael (CTR)" userId="55e977c5-35ea-4830-9a6d-730c487f8212" providerId="ADAL" clId="{571B4FA3-33F2-4CF3-B2BB-81EDD38411F1}" dt="2025-12-18T19:00:31.242" v="549" actId="1076"/>
          <ac:spMkLst>
            <pc:docMk/>
            <pc:sldMk cId="1409267703" sldId="554"/>
            <ac:spMk id="15" creationId="{35244797-6066-4C39-2FB2-2A32DE1F99E9}"/>
          </ac:spMkLst>
        </pc:spChg>
        <pc:spChg chg="add mod">
          <ac:chgData name="Cvetanovich, Michael (CTR)" userId="55e977c5-35ea-4830-9a6d-730c487f8212" providerId="ADAL" clId="{571B4FA3-33F2-4CF3-B2BB-81EDD38411F1}" dt="2025-12-18T19:21:28.792" v="657" actId="122"/>
          <ac:spMkLst>
            <pc:docMk/>
            <pc:sldMk cId="1409267703" sldId="554"/>
            <ac:spMk id="16" creationId="{EE8D59CE-FE8E-EA84-D45C-A4C5521ACFDA}"/>
          </ac:spMkLst>
        </pc:spChg>
        <pc:picChg chg="add mod">
          <ac:chgData name="Cvetanovich, Michael (CTR)" userId="55e977c5-35ea-4830-9a6d-730c487f8212" providerId="ADAL" clId="{571B4FA3-33F2-4CF3-B2BB-81EDD38411F1}" dt="2025-12-18T18:53:45.370" v="269" actId="1076"/>
          <ac:picMkLst>
            <pc:docMk/>
            <pc:sldMk cId="1409267703" sldId="554"/>
            <ac:picMk id="2" creationId="{2544259F-85EA-FC50-608D-9B6E5021AB6E}"/>
          </ac:picMkLst>
        </pc:picChg>
        <pc:picChg chg="add mod">
          <ac:chgData name="Cvetanovich, Michael (CTR)" userId="55e977c5-35ea-4830-9a6d-730c487f8212" providerId="ADAL" clId="{571B4FA3-33F2-4CF3-B2BB-81EDD38411F1}" dt="2025-12-18T18:59:49.038" v="508" actId="1076"/>
          <ac:picMkLst>
            <pc:docMk/>
            <pc:sldMk cId="1409267703" sldId="554"/>
            <ac:picMk id="4" creationId="{06B67A78-2C3F-9B43-A059-5529DEC17C2F}"/>
          </ac:picMkLst>
        </pc:picChg>
        <pc:picChg chg="add del mod">
          <ac:chgData name="Cvetanovich, Michael (CTR)" userId="55e977c5-35ea-4830-9a6d-730c487f8212" providerId="ADAL" clId="{571B4FA3-33F2-4CF3-B2BB-81EDD38411F1}" dt="2025-12-18T19:06:09.628" v="628" actId="478"/>
          <ac:picMkLst>
            <pc:docMk/>
            <pc:sldMk cId="1409267703" sldId="554"/>
            <ac:picMk id="5" creationId="{8B433367-8A6F-F60D-8064-D5B63F7AF895}"/>
          </ac:picMkLst>
        </pc:picChg>
        <pc:picChg chg="del">
          <ac:chgData name="Cvetanovich, Michael (CTR)" userId="55e977c5-35ea-4830-9a6d-730c487f8212" providerId="ADAL" clId="{571B4FA3-33F2-4CF3-B2BB-81EDD38411F1}" dt="2025-12-18T18:50:43.163" v="158" actId="478"/>
          <ac:picMkLst>
            <pc:docMk/>
            <pc:sldMk cId="1409267703" sldId="554"/>
            <ac:picMk id="9" creationId="{167D30B9-8A86-FBA9-D835-8CE60A900162}"/>
          </ac:picMkLst>
        </pc:picChg>
        <pc:picChg chg="add mod">
          <ac:chgData name="Cvetanovich, Michael (CTR)" userId="55e977c5-35ea-4830-9a6d-730c487f8212" providerId="ADAL" clId="{571B4FA3-33F2-4CF3-B2BB-81EDD38411F1}" dt="2025-12-18T19:06:19.946" v="630" actId="1076"/>
          <ac:picMkLst>
            <pc:docMk/>
            <pc:sldMk cId="1409267703" sldId="554"/>
            <ac:picMk id="17" creationId="{B5DB85E7-DF1A-F9AB-9C0A-CBECC88B0541}"/>
          </ac:picMkLst>
        </pc:picChg>
      </pc:sldChg>
      <pc:sldChg chg="del">
        <pc:chgData name="Cvetanovich, Michael (CTR)" userId="55e977c5-35ea-4830-9a6d-730c487f8212" providerId="ADAL" clId="{571B4FA3-33F2-4CF3-B2BB-81EDD38411F1}" dt="2025-12-18T18:45:34.691" v="75" actId="47"/>
        <pc:sldMkLst>
          <pc:docMk/>
          <pc:sldMk cId="3032906155" sldId="554"/>
        </pc:sldMkLst>
      </pc:sldChg>
      <pc:sldChg chg="del">
        <pc:chgData name="Cvetanovich, Michael (CTR)" userId="55e977c5-35ea-4830-9a6d-730c487f8212" providerId="ADAL" clId="{571B4FA3-33F2-4CF3-B2BB-81EDD38411F1}" dt="2025-12-18T18:45:33.336" v="73" actId="47"/>
        <pc:sldMkLst>
          <pc:docMk/>
          <pc:sldMk cId="589830919" sldId="555"/>
        </pc:sldMkLst>
      </pc:sldChg>
      <pc:sldChg chg="addSp delSp modSp add mod ord modAnim">
        <pc:chgData name="Cvetanovich, Michael (CTR)" userId="55e977c5-35ea-4830-9a6d-730c487f8212" providerId="ADAL" clId="{571B4FA3-33F2-4CF3-B2BB-81EDD38411F1}" dt="2025-12-18T19:29:56.806" v="713"/>
        <pc:sldMkLst>
          <pc:docMk/>
          <pc:sldMk cId="2621639234" sldId="555"/>
        </pc:sldMkLst>
        <pc:spChg chg="mod">
          <ac:chgData name="Cvetanovich, Michael (CTR)" userId="55e977c5-35ea-4830-9a6d-730c487f8212" providerId="ADAL" clId="{571B4FA3-33F2-4CF3-B2BB-81EDD38411F1}" dt="2025-12-18T19:29:42.042" v="711" actId="14100"/>
          <ac:spMkLst>
            <pc:docMk/>
            <pc:sldMk cId="2621639234" sldId="555"/>
            <ac:spMk id="3" creationId="{664FB357-67DA-97C1-27F9-2A45BC024A60}"/>
          </ac:spMkLst>
        </pc:spChg>
        <pc:spChg chg="add mod">
          <ac:chgData name="Cvetanovich, Michael (CTR)" userId="55e977c5-35ea-4830-9a6d-730c487f8212" providerId="ADAL" clId="{571B4FA3-33F2-4CF3-B2BB-81EDD38411F1}" dt="2025-12-18T19:29:03.283" v="703" actId="1076"/>
          <ac:spMkLst>
            <pc:docMk/>
            <pc:sldMk cId="2621639234" sldId="555"/>
            <ac:spMk id="6" creationId="{1204579F-8661-B76A-BB83-B9CC829972C3}"/>
          </ac:spMkLst>
        </pc:spChg>
        <pc:spChg chg="del mod">
          <ac:chgData name="Cvetanovich, Michael (CTR)" userId="55e977c5-35ea-4830-9a6d-730c487f8212" providerId="ADAL" clId="{571B4FA3-33F2-4CF3-B2BB-81EDD38411F1}" dt="2025-12-18T19:28:27.694" v="697" actId="478"/>
          <ac:spMkLst>
            <pc:docMk/>
            <pc:sldMk cId="2621639234" sldId="555"/>
            <ac:spMk id="7" creationId="{6DB098E1-9FE3-6C78-A0C9-8FB8CC13A3DF}"/>
          </ac:spMkLst>
        </pc:spChg>
        <pc:spChg chg="del mod">
          <ac:chgData name="Cvetanovich, Michael (CTR)" userId="55e977c5-35ea-4830-9a6d-730c487f8212" providerId="ADAL" clId="{571B4FA3-33F2-4CF3-B2BB-81EDD38411F1}" dt="2025-12-18T19:28:08.772" v="687" actId="478"/>
          <ac:spMkLst>
            <pc:docMk/>
            <pc:sldMk cId="2621639234" sldId="555"/>
            <ac:spMk id="8" creationId="{9C2A1DD5-EA9D-88E6-C571-EC3B98370DBF}"/>
          </ac:spMkLst>
        </pc:spChg>
        <pc:spChg chg="add mod">
          <ac:chgData name="Cvetanovich, Michael (CTR)" userId="55e977c5-35ea-4830-9a6d-730c487f8212" providerId="ADAL" clId="{571B4FA3-33F2-4CF3-B2BB-81EDD38411F1}" dt="2025-12-18T19:29:32.712" v="710" actId="5793"/>
          <ac:spMkLst>
            <pc:docMk/>
            <pc:sldMk cId="2621639234" sldId="555"/>
            <ac:spMk id="9" creationId="{00000000-0000-0000-0000-000000000000}"/>
          </ac:spMkLst>
        </pc:spChg>
        <pc:spChg chg="del mod">
          <ac:chgData name="Cvetanovich, Michael (CTR)" userId="55e977c5-35ea-4830-9a6d-730c487f8212" providerId="ADAL" clId="{571B4FA3-33F2-4CF3-B2BB-81EDD38411F1}" dt="2025-12-18T19:28:23.892" v="695" actId="478"/>
          <ac:spMkLst>
            <pc:docMk/>
            <pc:sldMk cId="2621639234" sldId="555"/>
            <ac:spMk id="11" creationId="{0B5D0BC0-8261-59D3-8783-3BB1D2960688}"/>
          </ac:spMkLst>
        </pc:spChg>
        <pc:spChg chg="del mod">
          <ac:chgData name="Cvetanovich, Michael (CTR)" userId="55e977c5-35ea-4830-9a6d-730c487f8212" providerId="ADAL" clId="{571B4FA3-33F2-4CF3-B2BB-81EDD38411F1}" dt="2025-12-18T19:28:18.837" v="693" actId="478"/>
          <ac:spMkLst>
            <pc:docMk/>
            <pc:sldMk cId="2621639234" sldId="555"/>
            <ac:spMk id="14" creationId="{DA54E77E-587B-D3D8-6B13-C7A4ABC69262}"/>
          </ac:spMkLst>
        </pc:spChg>
        <pc:spChg chg="del mod">
          <ac:chgData name="Cvetanovich, Michael (CTR)" userId="55e977c5-35ea-4830-9a6d-730c487f8212" providerId="ADAL" clId="{571B4FA3-33F2-4CF3-B2BB-81EDD38411F1}" dt="2025-12-18T19:28:13.315" v="690" actId="478"/>
          <ac:spMkLst>
            <pc:docMk/>
            <pc:sldMk cId="2621639234" sldId="555"/>
            <ac:spMk id="15" creationId="{35244797-6066-4C39-2FB2-2A32DE1F99E9}"/>
          </ac:spMkLst>
        </pc:spChg>
        <pc:spChg chg="del mod">
          <ac:chgData name="Cvetanovich, Michael (CTR)" userId="55e977c5-35ea-4830-9a6d-730c487f8212" providerId="ADAL" clId="{571B4FA3-33F2-4CF3-B2BB-81EDD38411F1}" dt="2025-12-18T19:28:10.589" v="688" actId="478"/>
          <ac:spMkLst>
            <pc:docMk/>
            <pc:sldMk cId="2621639234" sldId="555"/>
            <ac:spMk id="16" creationId="{EE8D59CE-FE8E-EA84-D45C-A4C5521ACFDA}"/>
          </ac:spMkLst>
        </pc:spChg>
        <pc:picChg chg="del">
          <ac:chgData name="Cvetanovich, Michael (CTR)" userId="55e977c5-35ea-4830-9a6d-730c487f8212" providerId="ADAL" clId="{571B4FA3-33F2-4CF3-B2BB-81EDD38411F1}" dt="2025-12-18T19:28:04.260" v="682" actId="478"/>
          <ac:picMkLst>
            <pc:docMk/>
            <pc:sldMk cId="2621639234" sldId="555"/>
            <ac:picMk id="2" creationId="{2544259F-85EA-FC50-608D-9B6E5021AB6E}"/>
          </ac:picMkLst>
        </pc:picChg>
        <pc:picChg chg="del">
          <ac:chgData name="Cvetanovich, Michael (CTR)" userId="55e977c5-35ea-4830-9a6d-730c487f8212" providerId="ADAL" clId="{571B4FA3-33F2-4CF3-B2BB-81EDD38411F1}" dt="2025-12-18T19:28:05.076" v="683" actId="478"/>
          <ac:picMkLst>
            <pc:docMk/>
            <pc:sldMk cId="2621639234" sldId="555"/>
            <ac:picMk id="4" creationId="{06B67A78-2C3F-9B43-A059-5529DEC17C2F}"/>
          </ac:picMkLst>
        </pc:picChg>
        <pc:picChg chg="del">
          <ac:chgData name="Cvetanovich, Michael (CTR)" userId="55e977c5-35ea-4830-9a6d-730c487f8212" providerId="ADAL" clId="{571B4FA3-33F2-4CF3-B2BB-81EDD38411F1}" dt="2025-12-18T19:28:05.983" v="684" actId="478"/>
          <ac:picMkLst>
            <pc:docMk/>
            <pc:sldMk cId="2621639234" sldId="555"/>
            <ac:picMk id="17" creationId="{B5DB85E7-DF1A-F9AB-9C0A-CBECC88B0541}"/>
          </ac:picMkLst>
        </pc:picChg>
      </pc:sldChg>
      <pc:sldChg chg="new del">
        <pc:chgData name="Cvetanovich, Michael (CTR)" userId="55e977c5-35ea-4830-9a6d-730c487f8212" providerId="ADAL" clId="{571B4FA3-33F2-4CF3-B2BB-81EDD38411F1}" dt="2025-12-18T19:27:52.096" v="680" actId="680"/>
        <pc:sldMkLst>
          <pc:docMk/>
          <pc:sldMk cId="2851748061" sldId="555"/>
        </pc:sldMkLst>
      </pc:sldChg>
      <pc:sldChg chg="del">
        <pc:chgData name="Cvetanovich, Michael (CTR)" userId="55e977c5-35ea-4830-9a6d-730c487f8212" providerId="ADAL" clId="{571B4FA3-33F2-4CF3-B2BB-81EDD38411F1}" dt="2025-12-18T18:45:33.976" v="74" actId="47"/>
        <pc:sldMkLst>
          <pc:docMk/>
          <pc:sldMk cId="3531629371" sldId="556"/>
        </pc:sldMkLst>
      </pc:sldChg>
      <pc:sldChg chg="del">
        <pc:chgData name="Cvetanovich, Michael (CTR)" userId="55e977c5-35ea-4830-9a6d-730c487f8212" providerId="ADAL" clId="{571B4FA3-33F2-4CF3-B2BB-81EDD38411F1}" dt="2025-12-18T18:45:31.197" v="71" actId="47"/>
        <pc:sldMkLst>
          <pc:docMk/>
          <pc:sldMk cId="268454168" sldId="557"/>
        </pc:sldMkLst>
      </pc:sldChg>
      <pc:sldChg chg="del">
        <pc:chgData name="Cvetanovich, Michael (CTR)" userId="55e977c5-35ea-4830-9a6d-730c487f8212" providerId="ADAL" clId="{571B4FA3-33F2-4CF3-B2BB-81EDD38411F1}" dt="2025-12-18T18:45:32.527" v="72" actId="47"/>
        <pc:sldMkLst>
          <pc:docMk/>
          <pc:sldMk cId="2890307444" sldId="558"/>
        </pc:sldMkLst>
      </pc:sldChg>
      <pc:sldChg chg="del">
        <pc:chgData name="Cvetanovich, Michael (CTR)" userId="55e977c5-35ea-4830-9a6d-730c487f8212" providerId="ADAL" clId="{571B4FA3-33F2-4CF3-B2BB-81EDD38411F1}" dt="2025-12-18T18:45:28.434" v="70" actId="47"/>
        <pc:sldMkLst>
          <pc:docMk/>
          <pc:sldMk cId="1921984213" sldId="559"/>
        </pc:sldMkLst>
      </pc:sldChg>
      <pc:sldMasterChg chg="delSldLayout">
        <pc:chgData name="Cvetanovich, Michael (CTR)" userId="55e977c5-35ea-4830-9a6d-730c487f8212" providerId="ADAL" clId="{571B4FA3-33F2-4CF3-B2BB-81EDD38411F1}" dt="2025-12-18T19:30:10.114" v="714" actId="47"/>
        <pc:sldMasterMkLst>
          <pc:docMk/>
          <pc:sldMasterMk cId="4136347748" sldId="2147483662"/>
        </pc:sldMasterMkLst>
        <pc:sldLayoutChg chg="del">
          <pc:chgData name="Cvetanovich, Michael (CTR)" userId="55e977c5-35ea-4830-9a6d-730c487f8212" providerId="ADAL" clId="{571B4FA3-33F2-4CF3-B2BB-81EDD38411F1}" dt="2025-12-18T19:30:10.114" v="714" actId="47"/>
          <pc:sldLayoutMkLst>
            <pc:docMk/>
            <pc:sldMasterMk cId="4136347748" sldId="2147483662"/>
            <pc:sldLayoutMk cId="913279355" sldId="21474836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62D8A-55DD-4DF2-B54A-E472FB57E88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FF40-B372-4DB1-A109-E8254FCC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9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1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4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2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4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5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2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1307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04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23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93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30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48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width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19E7AAB-5653-4B28-852B-04AC15976B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9" r="281" b="3632"/>
          <a:stretch/>
        </p:blipFill>
        <p:spPr>
          <a:xfrm>
            <a:off x="1" y="6547733"/>
            <a:ext cx="12192000" cy="313388"/>
          </a:xfrm>
          <a:prstGeom prst="rect">
            <a:avLst/>
          </a:prstGeom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224684" cy="469265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28361-9672-43DE-82A7-CC55EF5D9DAD}"/>
              </a:ext>
            </a:extLst>
          </p:cNvPr>
          <p:cNvSpPr/>
          <p:nvPr userDrawn="1"/>
        </p:nvSpPr>
        <p:spPr>
          <a:xfrm>
            <a:off x="11857530" y="6583311"/>
            <a:ext cx="30970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A6212EBD-4F71-4EF0-A74A-A73B5D555A0D}" type="slidenum">
              <a:rPr lang="en-US" sz="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86834" y="361694"/>
            <a:ext cx="8242301" cy="672594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3366"/>
                </a:solidFill>
                <a:latin typeface="Franklin Gothic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1981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117AE07-B33C-4E06-87AD-3A47005E0C1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47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161827" cy="25853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04579F-8661-B76A-BB83-B9CC8299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218570"/>
            <a:ext cx="11513100" cy="672594"/>
          </a:xfrm>
        </p:spPr>
        <p:txBody>
          <a:bodyPr>
            <a:normAutofit/>
          </a:bodyPr>
          <a:lstStyle/>
          <a:p>
            <a:pPr algn="ctr"/>
            <a:r>
              <a:rPr lang="en-US" sz="3200" kern="1200" dirty="0">
                <a:solidFill>
                  <a:srgbClr val="FFFFFF"/>
                </a:solidFill>
                <a:latin typeface="Aptos" panose="020B0004020202020204" pitchFamily="34" charset="0"/>
              </a:rPr>
              <a:t>How To Disable Microsoft PowerApps Coauthoring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1562" y="4870824"/>
            <a:ext cx="12120438" cy="631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By CRMaaS Power Platform Admin Team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Dec 2025</a:t>
            </a:r>
          </a:p>
        </p:txBody>
      </p:sp>
    </p:spTree>
    <p:extLst>
      <p:ext uri="{BB962C8B-B14F-4D97-AF65-F5344CB8AC3E}">
        <p14:creationId xmlns:p14="http://schemas.microsoft.com/office/powerpoint/2010/main" val="262163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513100" cy="48992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B098E1-9FE3-6C78-A0C9-8FB8CC13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46" y="202668"/>
            <a:ext cx="10384675" cy="6725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If a user see this error message below, coauthoring must be disabled. </a:t>
            </a:r>
          </a:p>
        </p:txBody>
      </p:sp>
      <p:pic>
        <p:nvPicPr>
          <p:cNvPr id="9" name="Picture 8" descr="Graphical user interface, application">
            <a:extLst>
              <a:ext uri="{FF2B5EF4-FFF2-40B4-BE49-F238E27FC236}">
                <a16:creationId xmlns:a16="http://schemas.microsoft.com/office/drawing/2014/main" id="{167D30B9-8A86-FBA9-D835-8CE60A90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75" y="1034288"/>
            <a:ext cx="9551018" cy="5133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513100" cy="47878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B098E1-9FE3-6C78-A0C9-8FB8CC13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477" y="319056"/>
            <a:ext cx="8242301" cy="672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Disable Coauthoring in PowerApps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4259F-85EA-FC50-608D-9B6E5021A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53" y="2741705"/>
            <a:ext cx="3034019" cy="3101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67A78-2C3F-9B43-A059-5529DEC1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6" y="2176297"/>
            <a:ext cx="3034019" cy="2219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2A1DD5-EA9D-88E6-C571-EC3B98370DBF}"/>
              </a:ext>
            </a:extLst>
          </p:cNvPr>
          <p:cNvSpPr txBox="1"/>
          <p:nvPr/>
        </p:nvSpPr>
        <p:spPr>
          <a:xfrm>
            <a:off x="7264439" y="3101371"/>
            <a:ext cx="371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&amp;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disableCanvasCoauthoring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D0BC0-8261-59D3-8783-3BB1D2960688}"/>
              </a:ext>
            </a:extLst>
          </p:cNvPr>
          <p:cNvSpPr txBox="1"/>
          <p:nvPr/>
        </p:nvSpPr>
        <p:spPr>
          <a:xfrm>
            <a:off x="3306297" y="840019"/>
            <a:ext cx="5112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Follow the screenshots to get the “edit app” link.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E77E-587B-D3D8-6B13-C7A4ABC69262}"/>
              </a:ext>
            </a:extLst>
          </p:cNvPr>
          <p:cNvSpPr txBox="1"/>
          <p:nvPr/>
        </p:nvSpPr>
        <p:spPr>
          <a:xfrm>
            <a:off x="486834" y="1379324"/>
            <a:ext cx="264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PowerApps settings, click Share.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244797-6066-4C39-2FB2-2A32DE1F99E9}"/>
              </a:ext>
            </a:extLst>
          </p:cNvPr>
          <p:cNvSpPr txBox="1"/>
          <p:nvPr/>
        </p:nvSpPr>
        <p:spPr>
          <a:xfrm>
            <a:off x="3644041" y="2263523"/>
            <a:ext cx="264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link to edit app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D59CE-FE8E-EA84-D45C-A4C5521ACFDA}"/>
              </a:ext>
            </a:extLst>
          </p:cNvPr>
          <p:cNvSpPr txBox="1"/>
          <p:nvPr/>
        </p:nvSpPr>
        <p:spPr>
          <a:xfrm>
            <a:off x="7642927" y="2263523"/>
            <a:ext cx="325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the text command below to the end of the link as shown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DB85E7-DF1A-F9AB-9C0A-CBECC88B0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834" y="3634753"/>
            <a:ext cx="5245100" cy="882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926770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132C1D368434182B6B190772E987A" ma:contentTypeVersion="6" ma:contentTypeDescription="Create a new document." ma:contentTypeScope="" ma:versionID="8bfb5941a860091534d212ecb271ad6f">
  <xsd:schema xmlns:xsd="http://www.w3.org/2001/XMLSchema" xmlns:xs="http://www.w3.org/2001/XMLSchema" xmlns:p="http://schemas.microsoft.com/office/2006/metadata/properties" xmlns:ns2="97549848-4418-48f6-8aa1-899eb6c0f74b" xmlns:ns3="704528a6-3ff7-4104-ab0a-69165f794937" targetNamespace="http://schemas.microsoft.com/office/2006/metadata/properties" ma:root="true" ma:fieldsID="25eaa453bf4b7d852fde34e06658ee86" ns2:_="" ns3:_="">
    <xsd:import namespace="97549848-4418-48f6-8aa1-899eb6c0f74b"/>
    <xsd:import namespace="704528a6-3ff7-4104-ab0a-69165f7949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49848-4418-48f6-8aa1-899eb6c0f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4528a6-3ff7-4104-ab0a-69165f79493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328D59-2A85-40B8-9DE1-7BAD3DE37F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A449A8-03E1-4645-B83D-E153AE4BBCA3}">
  <ds:schemaRefs>
    <ds:schemaRef ds:uri="http://purl.org/dc/dcmitype/"/>
    <ds:schemaRef ds:uri="http://schemas.microsoft.com/office/2006/documentManagement/types"/>
    <ds:schemaRef ds:uri="http://purl.org/dc/elements/1.1/"/>
    <ds:schemaRef ds:uri="0b520f05-26e7-4ef0-9810-826b26f84971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5681df5-d2fb-47a1-806d-682c0be814d4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B6CEA8D-F54F-4C1C-A886-E959B52FE5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549848-4418-48f6-8aa1-899eb6c0f74b"/>
    <ds:schemaRef ds:uri="704528a6-3ff7-4104-ab0a-69165f794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13016</TotalTime>
  <Words>77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Corbel</vt:lpstr>
      <vt:lpstr>Franklin Gothic</vt:lpstr>
      <vt:lpstr>Depth</vt:lpstr>
      <vt:lpstr>How To Disable Microsoft PowerApps Coauthoring</vt:lpstr>
      <vt:lpstr>If a user see this error message below, coauthoring must be disabled. </vt:lpstr>
      <vt:lpstr>Disable Coauthoring in PowerApps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ISB ICAM  ALM Transition Meeting</dc:title>
  <dc:creator>DENNY, KEITH (CTR)</dc:creator>
  <cp:lastModifiedBy>Cvetanovich, Michael (CTR)</cp:lastModifiedBy>
  <cp:revision>4</cp:revision>
  <dcterms:created xsi:type="dcterms:W3CDTF">2024-08-12T16:59:16Z</dcterms:created>
  <dcterms:modified xsi:type="dcterms:W3CDTF">2025-12-18T19:30:14Z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eef23d-2e95-4428-9a3c-2526d95b164a_Enabled">
    <vt:lpwstr>true</vt:lpwstr>
  </property>
  <property fmtid="{D5CDD505-2E9C-101B-9397-08002B2CF9AE}" pid="3" name="MSIP_Label_a2eef23d-2e95-4428-9a3c-2526d95b164a_SetDate">
    <vt:lpwstr>2024-08-12T17:02:47Z</vt:lpwstr>
  </property>
  <property fmtid="{D5CDD505-2E9C-101B-9397-08002B2CF9AE}" pid="4" name="MSIP_Label_a2eef23d-2e95-4428-9a3c-2526d95b164a_Method">
    <vt:lpwstr>Standard</vt:lpwstr>
  </property>
  <property fmtid="{D5CDD505-2E9C-101B-9397-08002B2CF9AE}" pid="5" name="MSIP_Label_a2eef23d-2e95-4428-9a3c-2526d95b164a_Name">
    <vt:lpwstr>For Official Use Only (FOUO)</vt:lpwstr>
  </property>
  <property fmtid="{D5CDD505-2E9C-101B-9397-08002B2CF9AE}" pid="6" name="MSIP_Label_a2eef23d-2e95-4428-9a3c-2526d95b164a_SiteId">
    <vt:lpwstr>3ccde76c-946d-4a12-bb7a-fc9d0842354a</vt:lpwstr>
  </property>
  <property fmtid="{D5CDD505-2E9C-101B-9397-08002B2CF9AE}" pid="7" name="MSIP_Label_a2eef23d-2e95-4428-9a3c-2526d95b164a_ActionId">
    <vt:lpwstr>6c761638-865f-408e-b2b2-0871ee486635</vt:lpwstr>
  </property>
  <property fmtid="{D5CDD505-2E9C-101B-9397-08002B2CF9AE}" pid="8" name="MSIP_Label_a2eef23d-2e95-4428-9a3c-2526d95b164a_ContentBits">
    <vt:lpwstr>0</vt:lpwstr>
  </property>
  <property fmtid="{D5CDD505-2E9C-101B-9397-08002B2CF9AE}" pid="9" name="ContentTypeId">
    <vt:lpwstr>0x010100B6C132C1D368434182B6B190772E987A</vt:lpwstr>
  </property>
</Properties>
</file>